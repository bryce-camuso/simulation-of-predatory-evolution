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2" r:id="rId5"/>
    <p:sldId id="258" r:id="rId6"/>
    <p:sldId id="263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4" autoAdjust="0"/>
    <p:restoredTop sz="96274" autoAdjust="0"/>
  </p:normalViewPr>
  <p:slideViewPr>
    <p:cSldViewPr snapToGrid="0">
      <p:cViewPr>
        <p:scale>
          <a:sx n="100" d="100"/>
          <a:sy n="100" d="100"/>
        </p:scale>
        <p:origin x="996" y="2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76599B-68EF-49C3-9022-8DC316F0902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733D3C2-C924-44E6-95DA-8067C57035A2}">
      <dgm:prSet/>
      <dgm:spPr/>
      <dgm:t>
        <a:bodyPr/>
        <a:lstStyle/>
        <a:p>
          <a:pPr>
            <a:defRPr b="1"/>
          </a:pPr>
          <a:r>
            <a:rPr lang="en-US"/>
            <a:t>Why use Python? </a:t>
          </a:r>
        </a:p>
      </dgm:t>
    </dgm:pt>
    <dgm:pt modelId="{23CE3E03-62A5-435F-9F87-8A9BE8E7CC31}" type="parTrans" cxnId="{5B94E43E-1F06-4FE2-AE5A-E7D6CFA4B967}">
      <dgm:prSet/>
      <dgm:spPr/>
      <dgm:t>
        <a:bodyPr/>
        <a:lstStyle/>
        <a:p>
          <a:endParaRPr lang="en-US"/>
        </a:p>
      </dgm:t>
    </dgm:pt>
    <dgm:pt modelId="{C6F6EEA9-C863-4517-ABC4-7695EFF33B91}" type="sibTrans" cxnId="{5B94E43E-1F06-4FE2-AE5A-E7D6CFA4B967}">
      <dgm:prSet/>
      <dgm:spPr/>
      <dgm:t>
        <a:bodyPr/>
        <a:lstStyle/>
        <a:p>
          <a:endParaRPr lang="en-US"/>
        </a:p>
      </dgm:t>
    </dgm:pt>
    <dgm:pt modelId="{0BFEEB7E-CDC7-4751-8F04-47B6F9328243}">
      <dgm:prSet/>
      <dgm:spPr/>
      <dgm:t>
        <a:bodyPr/>
        <a:lstStyle/>
        <a:p>
          <a:r>
            <a:rPr lang="en-US"/>
            <a:t>Most used language for simulations</a:t>
          </a:r>
        </a:p>
      </dgm:t>
    </dgm:pt>
    <dgm:pt modelId="{55387335-75EF-4C21-9BE6-A648F5DEF7CC}" type="parTrans" cxnId="{7AF4868F-8858-450A-966A-5AA81749AF30}">
      <dgm:prSet/>
      <dgm:spPr/>
      <dgm:t>
        <a:bodyPr/>
        <a:lstStyle/>
        <a:p>
          <a:endParaRPr lang="en-US"/>
        </a:p>
      </dgm:t>
    </dgm:pt>
    <dgm:pt modelId="{2D4C0B3D-F595-490B-9D87-A81672E85ABB}" type="sibTrans" cxnId="{7AF4868F-8858-450A-966A-5AA81749AF30}">
      <dgm:prSet/>
      <dgm:spPr/>
      <dgm:t>
        <a:bodyPr/>
        <a:lstStyle/>
        <a:p>
          <a:endParaRPr lang="en-US"/>
        </a:p>
      </dgm:t>
    </dgm:pt>
    <dgm:pt modelId="{6B6C7246-8AD5-44A0-B1BE-30B3E69590B6}">
      <dgm:prSet/>
      <dgm:spPr/>
      <dgm:t>
        <a:bodyPr/>
        <a:lstStyle/>
        <a:p>
          <a:pPr>
            <a:defRPr b="1"/>
          </a:pPr>
          <a:r>
            <a:rPr lang="en-US"/>
            <a:t>Why a Discreate Event Driven simulation? </a:t>
          </a:r>
        </a:p>
      </dgm:t>
    </dgm:pt>
    <dgm:pt modelId="{8C4759E5-E463-4E98-AA49-E562908203E3}" type="parTrans" cxnId="{EBD4781E-D586-4B4A-9FF2-360EFA7EF11D}">
      <dgm:prSet/>
      <dgm:spPr/>
      <dgm:t>
        <a:bodyPr/>
        <a:lstStyle/>
        <a:p>
          <a:endParaRPr lang="en-US"/>
        </a:p>
      </dgm:t>
    </dgm:pt>
    <dgm:pt modelId="{F34B0C98-3718-4139-9932-1DAE6A83C35E}" type="sibTrans" cxnId="{EBD4781E-D586-4B4A-9FF2-360EFA7EF11D}">
      <dgm:prSet/>
      <dgm:spPr/>
      <dgm:t>
        <a:bodyPr/>
        <a:lstStyle/>
        <a:p>
          <a:endParaRPr lang="en-US"/>
        </a:p>
      </dgm:t>
    </dgm:pt>
    <dgm:pt modelId="{BCF95684-891B-4B8E-8462-5AB71611A2A0}">
      <dgm:prSet/>
      <dgm:spPr/>
      <dgm:t>
        <a:bodyPr/>
        <a:lstStyle/>
        <a:p>
          <a:r>
            <a:rPr lang="en-US"/>
            <a:t>I wanted to capture more random behaviors that are seen in the real world.</a:t>
          </a:r>
        </a:p>
      </dgm:t>
    </dgm:pt>
    <dgm:pt modelId="{6118AE5D-5216-43E1-9725-C303D35401A1}" type="parTrans" cxnId="{F07E93CE-78AE-407B-BF93-0F7E25F46A1D}">
      <dgm:prSet/>
      <dgm:spPr/>
      <dgm:t>
        <a:bodyPr/>
        <a:lstStyle/>
        <a:p>
          <a:endParaRPr lang="en-US"/>
        </a:p>
      </dgm:t>
    </dgm:pt>
    <dgm:pt modelId="{8101635E-C447-499C-ADC2-3A84BB717F33}" type="sibTrans" cxnId="{F07E93CE-78AE-407B-BF93-0F7E25F46A1D}">
      <dgm:prSet/>
      <dgm:spPr/>
      <dgm:t>
        <a:bodyPr/>
        <a:lstStyle/>
        <a:p>
          <a:endParaRPr lang="en-US"/>
        </a:p>
      </dgm:t>
    </dgm:pt>
    <dgm:pt modelId="{B2B25D8D-493B-4DAD-B400-0178ED25D265}">
      <dgm:prSet/>
      <dgm:spPr/>
      <dgm:t>
        <a:bodyPr/>
        <a:lstStyle/>
        <a:p>
          <a:pPr>
            <a:defRPr b="1"/>
          </a:pPr>
          <a:r>
            <a:rPr lang="en-US"/>
            <a:t>Why a 2d environment?</a:t>
          </a:r>
        </a:p>
      </dgm:t>
    </dgm:pt>
    <dgm:pt modelId="{CE1B0596-2C77-402B-BB0A-C751671B5D14}" type="parTrans" cxnId="{F9FF9867-EA55-4500-AD83-5CC0C9DCC2CA}">
      <dgm:prSet/>
      <dgm:spPr/>
      <dgm:t>
        <a:bodyPr/>
        <a:lstStyle/>
        <a:p>
          <a:endParaRPr lang="en-US"/>
        </a:p>
      </dgm:t>
    </dgm:pt>
    <dgm:pt modelId="{6D2B35CC-0EEE-401E-A956-99B9CFB3B60A}" type="sibTrans" cxnId="{F9FF9867-EA55-4500-AD83-5CC0C9DCC2CA}">
      <dgm:prSet/>
      <dgm:spPr/>
      <dgm:t>
        <a:bodyPr/>
        <a:lstStyle/>
        <a:p>
          <a:endParaRPr lang="en-US"/>
        </a:p>
      </dgm:t>
    </dgm:pt>
    <dgm:pt modelId="{5CBB07CE-A479-47D2-A176-F594881F3661}">
      <dgm:prSet/>
      <dgm:spPr/>
      <dgm:t>
        <a:bodyPr/>
        <a:lstStyle/>
        <a:p>
          <a:r>
            <a:rPr lang="en-US"/>
            <a:t>Due to time constraints, I limited the scope of this project.</a:t>
          </a:r>
        </a:p>
      </dgm:t>
    </dgm:pt>
    <dgm:pt modelId="{BA097839-476F-4D3A-8BBE-37F396811B40}" type="parTrans" cxnId="{D1616581-C79B-4269-AF2C-DC2E3CF70EAF}">
      <dgm:prSet/>
      <dgm:spPr/>
      <dgm:t>
        <a:bodyPr/>
        <a:lstStyle/>
        <a:p>
          <a:endParaRPr lang="en-US"/>
        </a:p>
      </dgm:t>
    </dgm:pt>
    <dgm:pt modelId="{2906E342-3455-43D4-AF0C-9CB95F8F6BCE}" type="sibTrans" cxnId="{D1616581-C79B-4269-AF2C-DC2E3CF70EAF}">
      <dgm:prSet/>
      <dgm:spPr/>
      <dgm:t>
        <a:bodyPr/>
        <a:lstStyle/>
        <a:p>
          <a:endParaRPr lang="en-US"/>
        </a:p>
      </dgm:t>
    </dgm:pt>
    <dgm:pt modelId="{2069C5E9-4FCF-4444-9DE7-1D9EAC23F5C6}">
      <dgm:prSet/>
      <dgm:spPr/>
      <dgm:t>
        <a:bodyPr/>
        <a:lstStyle/>
        <a:p>
          <a:pPr>
            <a:defRPr b="1"/>
          </a:pPr>
          <a:r>
            <a:rPr lang="en-US"/>
            <a:t>Why statically weight path finding?</a:t>
          </a:r>
        </a:p>
      </dgm:t>
    </dgm:pt>
    <dgm:pt modelId="{F553C4DF-3737-4A20-B8E6-B6C32940249D}" type="parTrans" cxnId="{0F4110EC-2EF5-44DF-8569-A51418EA6B76}">
      <dgm:prSet/>
      <dgm:spPr/>
      <dgm:t>
        <a:bodyPr/>
        <a:lstStyle/>
        <a:p>
          <a:endParaRPr lang="en-US"/>
        </a:p>
      </dgm:t>
    </dgm:pt>
    <dgm:pt modelId="{870016A9-2D00-47FC-8AFB-8134B90E5213}" type="sibTrans" cxnId="{0F4110EC-2EF5-44DF-8569-A51418EA6B76}">
      <dgm:prSet/>
      <dgm:spPr/>
      <dgm:t>
        <a:bodyPr/>
        <a:lstStyle/>
        <a:p>
          <a:endParaRPr lang="en-US"/>
        </a:p>
      </dgm:t>
    </dgm:pt>
    <dgm:pt modelId="{D2F02539-CC75-4CE3-BC86-913F63756D93}">
      <dgm:prSet/>
      <dgm:spPr/>
      <dgm:t>
        <a:bodyPr/>
        <a:lstStyle/>
        <a:p>
          <a:r>
            <a:rPr lang="en-US"/>
            <a:t>It has built in randomness that helps simulate real decision making in animals.</a:t>
          </a:r>
        </a:p>
      </dgm:t>
    </dgm:pt>
    <dgm:pt modelId="{DFE9D33D-4423-4111-AC7C-87E0BED4EE96}" type="parTrans" cxnId="{FBD879C2-36EA-4351-AD22-3450B05491BE}">
      <dgm:prSet/>
      <dgm:spPr/>
      <dgm:t>
        <a:bodyPr/>
        <a:lstStyle/>
        <a:p>
          <a:endParaRPr lang="en-US"/>
        </a:p>
      </dgm:t>
    </dgm:pt>
    <dgm:pt modelId="{D3D751F3-F233-4E12-8580-51AD68FED70A}" type="sibTrans" cxnId="{FBD879C2-36EA-4351-AD22-3450B05491BE}">
      <dgm:prSet/>
      <dgm:spPr/>
      <dgm:t>
        <a:bodyPr/>
        <a:lstStyle/>
        <a:p>
          <a:endParaRPr lang="en-US"/>
        </a:p>
      </dgm:t>
    </dgm:pt>
    <dgm:pt modelId="{ADF68ED8-FED1-4974-BEEB-5BCC4C834F23}">
      <dgm:prSet/>
      <dgm:spPr/>
      <dgm:t>
        <a:bodyPr/>
        <a:lstStyle/>
        <a:p>
          <a:pPr>
            <a:defRPr b="1"/>
          </a:pPr>
          <a:r>
            <a:rPr lang="en-US"/>
            <a:t>Why Evolutionary Game theory for analysis?</a:t>
          </a:r>
        </a:p>
      </dgm:t>
    </dgm:pt>
    <dgm:pt modelId="{A34AA368-1D88-4512-8E05-CD1590BFA010}" type="parTrans" cxnId="{550EEAA9-81DB-4961-A9B5-B400A688789D}">
      <dgm:prSet/>
      <dgm:spPr/>
      <dgm:t>
        <a:bodyPr/>
        <a:lstStyle/>
        <a:p>
          <a:endParaRPr lang="en-US"/>
        </a:p>
      </dgm:t>
    </dgm:pt>
    <dgm:pt modelId="{70C36890-3E9F-4336-A6FE-09CD401F13CC}" type="sibTrans" cxnId="{550EEAA9-81DB-4961-A9B5-B400A688789D}">
      <dgm:prSet/>
      <dgm:spPr/>
      <dgm:t>
        <a:bodyPr/>
        <a:lstStyle/>
        <a:p>
          <a:endParaRPr lang="en-US"/>
        </a:p>
      </dgm:t>
    </dgm:pt>
    <dgm:pt modelId="{74EF9A7C-68AD-4507-9AF9-24063BD676A8}">
      <dgm:prSet/>
      <dgm:spPr/>
      <dgm:t>
        <a:bodyPr/>
        <a:lstStyle/>
        <a:p>
          <a:r>
            <a:rPr lang="en-US"/>
            <a:t>The simulation was inspired by game theory games and falls under the branch of evolutionary game theory.</a:t>
          </a:r>
        </a:p>
      </dgm:t>
    </dgm:pt>
    <dgm:pt modelId="{51395E62-95A2-4E19-879D-6D5088CC4A40}" type="parTrans" cxnId="{206C2035-C27F-4109-8EC1-993B07204BC0}">
      <dgm:prSet/>
      <dgm:spPr/>
      <dgm:t>
        <a:bodyPr/>
        <a:lstStyle/>
        <a:p>
          <a:endParaRPr lang="en-US"/>
        </a:p>
      </dgm:t>
    </dgm:pt>
    <dgm:pt modelId="{058D9C82-47D6-41E9-A67E-C240B383E949}" type="sibTrans" cxnId="{206C2035-C27F-4109-8EC1-993B07204BC0}">
      <dgm:prSet/>
      <dgm:spPr/>
      <dgm:t>
        <a:bodyPr/>
        <a:lstStyle/>
        <a:p>
          <a:endParaRPr lang="en-US"/>
        </a:p>
      </dgm:t>
    </dgm:pt>
    <dgm:pt modelId="{042E78D9-4DEE-4B20-954C-789983C98D78}" type="pres">
      <dgm:prSet presAssocID="{CC76599B-68EF-49C3-9022-8DC316F09026}" presName="root" presStyleCnt="0">
        <dgm:presLayoutVars>
          <dgm:dir/>
          <dgm:resizeHandles val="exact"/>
        </dgm:presLayoutVars>
      </dgm:prSet>
      <dgm:spPr/>
    </dgm:pt>
    <dgm:pt modelId="{70A082EB-3417-47BC-9790-CBF9B6A39774}" type="pres">
      <dgm:prSet presAssocID="{A733D3C2-C924-44E6-95DA-8067C57035A2}" presName="compNode" presStyleCnt="0"/>
      <dgm:spPr/>
    </dgm:pt>
    <dgm:pt modelId="{88AB0483-1C0C-430A-BA5A-049045DF738B}" type="pres">
      <dgm:prSet presAssocID="{A733D3C2-C924-44E6-95DA-8067C57035A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7C97769-865C-4AC7-AC03-CE5CFAF65DFA}" type="pres">
      <dgm:prSet presAssocID="{A733D3C2-C924-44E6-95DA-8067C57035A2}" presName="iconSpace" presStyleCnt="0"/>
      <dgm:spPr/>
    </dgm:pt>
    <dgm:pt modelId="{3F5D1346-4289-4BEE-BE76-5B3A5D4CDE49}" type="pres">
      <dgm:prSet presAssocID="{A733D3C2-C924-44E6-95DA-8067C57035A2}" presName="parTx" presStyleLbl="revTx" presStyleIdx="0" presStyleCnt="10">
        <dgm:presLayoutVars>
          <dgm:chMax val="0"/>
          <dgm:chPref val="0"/>
        </dgm:presLayoutVars>
      </dgm:prSet>
      <dgm:spPr/>
    </dgm:pt>
    <dgm:pt modelId="{E3BA78E5-2BE8-4464-9F52-1FF20D00C537}" type="pres">
      <dgm:prSet presAssocID="{A733D3C2-C924-44E6-95DA-8067C57035A2}" presName="txSpace" presStyleCnt="0"/>
      <dgm:spPr/>
    </dgm:pt>
    <dgm:pt modelId="{EBFCB6C0-E99A-428B-B49B-ED4AAC8EE1D7}" type="pres">
      <dgm:prSet presAssocID="{A733D3C2-C924-44E6-95DA-8067C57035A2}" presName="desTx" presStyleLbl="revTx" presStyleIdx="1" presStyleCnt="10">
        <dgm:presLayoutVars/>
      </dgm:prSet>
      <dgm:spPr/>
    </dgm:pt>
    <dgm:pt modelId="{F63D8BA2-9E5C-4C60-AFC8-74621246DF91}" type="pres">
      <dgm:prSet presAssocID="{C6F6EEA9-C863-4517-ABC4-7695EFF33B91}" presName="sibTrans" presStyleCnt="0"/>
      <dgm:spPr/>
    </dgm:pt>
    <dgm:pt modelId="{C0B29204-7C2A-4706-AF08-C693843F2503}" type="pres">
      <dgm:prSet presAssocID="{6B6C7246-8AD5-44A0-B1BE-30B3E69590B6}" presName="compNode" presStyleCnt="0"/>
      <dgm:spPr/>
    </dgm:pt>
    <dgm:pt modelId="{850E1B01-81CF-4738-95AC-EF2E1293743F}" type="pres">
      <dgm:prSet presAssocID="{6B6C7246-8AD5-44A0-B1BE-30B3E69590B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3E3A666E-F924-45EF-9038-90E887994D09}" type="pres">
      <dgm:prSet presAssocID="{6B6C7246-8AD5-44A0-B1BE-30B3E69590B6}" presName="iconSpace" presStyleCnt="0"/>
      <dgm:spPr/>
    </dgm:pt>
    <dgm:pt modelId="{BD57A974-6911-4544-810D-BE4340A3FE4C}" type="pres">
      <dgm:prSet presAssocID="{6B6C7246-8AD5-44A0-B1BE-30B3E69590B6}" presName="parTx" presStyleLbl="revTx" presStyleIdx="2" presStyleCnt="10">
        <dgm:presLayoutVars>
          <dgm:chMax val="0"/>
          <dgm:chPref val="0"/>
        </dgm:presLayoutVars>
      </dgm:prSet>
      <dgm:spPr/>
    </dgm:pt>
    <dgm:pt modelId="{8C594F9A-9302-4FEB-ADA8-605C96782332}" type="pres">
      <dgm:prSet presAssocID="{6B6C7246-8AD5-44A0-B1BE-30B3E69590B6}" presName="txSpace" presStyleCnt="0"/>
      <dgm:spPr/>
    </dgm:pt>
    <dgm:pt modelId="{A9AB9A3A-8634-4017-BD4D-C786E6AA6349}" type="pres">
      <dgm:prSet presAssocID="{6B6C7246-8AD5-44A0-B1BE-30B3E69590B6}" presName="desTx" presStyleLbl="revTx" presStyleIdx="3" presStyleCnt="10">
        <dgm:presLayoutVars/>
      </dgm:prSet>
      <dgm:spPr/>
    </dgm:pt>
    <dgm:pt modelId="{EAA909A2-2B1A-4006-B1D5-58C3913ED12C}" type="pres">
      <dgm:prSet presAssocID="{F34B0C98-3718-4139-9932-1DAE6A83C35E}" presName="sibTrans" presStyleCnt="0"/>
      <dgm:spPr/>
    </dgm:pt>
    <dgm:pt modelId="{4AD4F712-4898-4339-9813-DC37033C5386}" type="pres">
      <dgm:prSet presAssocID="{B2B25D8D-493B-4DAD-B400-0178ED25D265}" presName="compNode" presStyleCnt="0"/>
      <dgm:spPr/>
    </dgm:pt>
    <dgm:pt modelId="{674937D7-1AD8-42C4-A3A8-CFF123AEAB2B}" type="pres">
      <dgm:prSet presAssocID="{B2B25D8D-493B-4DAD-B400-0178ED25D26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1FE8E4CB-7CB7-428F-9090-62D2869264A0}" type="pres">
      <dgm:prSet presAssocID="{B2B25D8D-493B-4DAD-B400-0178ED25D265}" presName="iconSpace" presStyleCnt="0"/>
      <dgm:spPr/>
    </dgm:pt>
    <dgm:pt modelId="{C451BD85-8AFD-4D1B-A5E3-0B4EDBBB31C8}" type="pres">
      <dgm:prSet presAssocID="{B2B25D8D-493B-4DAD-B400-0178ED25D265}" presName="parTx" presStyleLbl="revTx" presStyleIdx="4" presStyleCnt="10">
        <dgm:presLayoutVars>
          <dgm:chMax val="0"/>
          <dgm:chPref val="0"/>
        </dgm:presLayoutVars>
      </dgm:prSet>
      <dgm:spPr/>
    </dgm:pt>
    <dgm:pt modelId="{57FDBB11-12D1-4391-9BAC-1539F320A3AF}" type="pres">
      <dgm:prSet presAssocID="{B2B25D8D-493B-4DAD-B400-0178ED25D265}" presName="txSpace" presStyleCnt="0"/>
      <dgm:spPr/>
    </dgm:pt>
    <dgm:pt modelId="{917639C3-C464-416B-894E-3578691A0EEC}" type="pres">
      <dgm:prSet presAssocID="{B2B25D8D-493B-4DAD-B400-0178ED25D265}" presName="desTx" presStyleLbl="revTx" presStyleIdx="5" presStyleCnt="10">
        <dgm:presLayoutVars/>
      </dgm:prSet>
      <dgm:spPr/>
    </dgm:pt>
    <dgm:pt modelId="{EA37498C-C569-432D-A709-40B7C7521DC3}" type="pres">
      <dgm:prSet presAssocID="{6D2B35CC-0EEE-401E-A956-99B9CFB3B60A}" presName="sibTrans" presStyleCnt="0"/>
      <dgm:spPr/>
    </dgm:pt>
    <dgm:pt modelId="{F511FDEE-3F3F-42E9-A120-3B9280ECC20E}" type="pres">
      <dgm:prSet presAssocID="{2069C5E9-4FCF-4444-9DE7-1D9EAC23F5C6}" presName="compNode" presStyleCnt="0"/>
      <dgm:spPr/>
    </dgm:pt>
    <dgm:pt modelId="{D6886665-B13C-436F-8ABB-147621A6CDFA}" type="pres">
      <dgm:prSet presAssocID="{2069C5E9-4FCF-4444-9DE7-1D9EAC23F5C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3E452736-10D9-4458-BA2F-CB8132F6C2E4}" type="pres">
      <dgm:prSet presAssocID="{2069C5E9-4FCF-4444-9DE7-1D9EAC23F5C6}" presName="iconSpace" presStyleCnt="0"/>
      <dgm:spPr/>
    </dgm:pt>
    <dgm:pt modelId="{2369663C-E04B-4D43-83AE-A5D4297DDFDB}" type="pres">
      <dgm:prSet presAssocID="{2069C5E9-4FCF-4444-9DE7-1D9EAC23F5C6}" presName="parTx" presStyleLbl="revTx" presStyleIdx="6" presStyleCnt="10">
        <dgm:presLayoutVars>
          <dgm:chMax val="0"/>
          <dgm:chPref val="0"/>
        </dgm:presLayoutVars>
      </dgm:prSet>
      <dgm:spPr/>
    </dgm:pt>
    <dgm:pt modelId="{29F2D573-089B-4D79-BFB4-3BC4B7220824}" type="pres">
      <dgm:prSet presAssocID="{2069C5E9-4FCF-4444-9DE7-1D9EAC23F5C6}" presName="txSpace" presStyleCnt="0"/>
      <dgm:spPr/>
    </dgm:pt>
    <dgm:pt modelId="{358C46A1-9C8E-411A-818E-8B1958E4428E}" type="pres">
      <dgm:prSet presAssocID="{2069C5E9-4FCF-4444-9DE7-1D9EAC23F5C6}" presName="desTx" presStyleLbl="revTx" presStyleIdx="7" presStyleCnt="10">
        <dgm:presLayoutVars/>
      </dgm:prSet>
      <dgm:spPr/>
    </dgm:pt>
    <dgm:pt modelId="{5A7C5668-37FB-4D01-A6DE-D67411435B2D}" type="pres">
      <dgm:prSet presAssocID="{870016A9-2D00-47FC-8AFB-8134B90E5213}" presName="sibTrans" presStyleCnt="0"/>
      <dgm:spPr/>
    </dgm:pt>
    <dgm:pt modelId="{7DD4C609-51E9-4FA6-AC31-B14C7647D7B0}" type="pres">
      <dgm:prSet presAssocID="{ADF68ED8-FED1-4974-BEEB-5BCC4C834F23}" presName="compNode" presStyleCnt="0"/>
      <dgm:spPr/>
    </dgm:pt>
    <dgm:pt modelId="{ADE3F108-BD80-481F-BEF1-76431D05EC95}" type="pres">
      <dgm:prSet presAssocID="{ADF68ED8-FED1-4974-BEEB-5BCC4C834F2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292111AA-5AF3-41C4-B350-4684A5D0B6DC}" type="pres">
      <dgm:prSet presAssocID="{ADF68ED8-FED1-4974-BEEB-5BCC4C834F23}" presName="iconSpace" presStyleCnt="0"/>
      <dgm:spPr/>
    </dgm:pt>
    <dgm:pt modelId="{5C77BFEB-5CEA-42D3-B2B6-3021FB740CC4}" type="pres">
      <dgm:prSet presAssocID="{ADF68ED8-FED1-4974-BEEB-5BCC4C834F23}" presName="parTx" presStyleLbl="revTx" presStyleIdx="8" presStyleCnt="10">
        <dgm:presLayoutVars>
          <dgm:chMax val="0"/>
          <dgm:chPref val="0"/>
        </dgm:presLayoutVars>
      </dgm:prSet>
      <dgm:spPr/>
    </dgm:pt>
    <dgm:pt modelId="{FB306F80-6235-4C65-9D31-0091803F5B56}" type="pres">
      <dgm:prSet presAssocID="{ADF68ED8-FED1-4974-BEEB-5BCC4C834F23}" presName="txSpace" presStyleCnt="0"/>
      <dgm:spPr/>
    </dgm:pt>
    <dgm:pt modelId="{39A94847-5D5A-4D9B-9D80-87F6EC00309E}" type="pres">
      <dgm:prSet presAssocID="{ADF68ED8-FED1-4974-BEEB-5BCC4C834F23}" presName="desTx" presStyleLbl="revTx" presStyleIdx="9" presStyleCnt="10">
        <dgm:presLayoutVars/>
      </dgm:prSet>
      <dgm:spPr/>
    </dgm:pt>
  </dgm:ptLst>
  <dgm:cxnLst>
    <dgm:cxn modelId="{B3699010-769F-4D67-B97A-08377E7DEB45}" type="presOf" srcId="{74EF9A7C-68AD-4507-9AF9-24063BD676A8}" destId="{39A94847-5D5A-4D9B-9D80-87F6EC00309E}" srcOrd="0" destOrd="0" presId="urn:microsoft.com/office/officeart/2018/2/layout/IconLabelDescriptionList"/>
    <dgm:cxn modelId="{C6DEEB1C-1F91-4D88-B9A8-7A97E5DCA88E}" type="presOf" srcId="{6B6C7246-8AD5-44A0-B1BE-30B3E69590B6}" destId="{BD57A974-6911-4544-810D-BE4340A3FE4C}" srcOrd="0" destOrd="0" presId="urn:microsoft.com/office/officeart/2018/2/layout/IconLabelDescriptionList"/>
    <dgm:cxn modelId="{EBD4781E-D586-4B4A-9FF2-360EFA7EF11D}" srcId="{CC76599B-68EF-49C3-9022-8DC316F09026}" destId="{6B6C7246-8AD5-44A0-B1BE-30B3E69590B6}" srcOrd="1" destOrd="0" parTransId="{8C4759E5-E463-4E98-AA49-E562908203E3}" sibTransId="{F34B0C98-3718-4139-9932-1DAE6A83C35E}"/>
    <dgm:cxn modelId="{754D9421-DDC1-45D2-AFE7-0C3D6E815ADA}" type="presOf" srcId="{CC76599B-68EF-49C3-9022-8DC316F09026}" destId="{042E78D9-4DEE-4B20-954C-789983C98D78}" srcOrd="0" destOrd="0" presId="urn:microsoft.com/office/officeart/2018/2/layout/IconLabelDescriptionList"/>
    <dgm:cxn modelId="{01E9AF27-8422-48FC-8F13-9BD92334ECAF}" type="presOf" srcId="{B2B25D8D-493B-4DAD-B400-0178ED25D265}" destId="{C451BD85-8AFD-4D1B-A5E3-0B4EDBBB31C8}" srcOrd="0" destOrd="0" presId="urn:microsoft.com/office/officeart/2018/2/layout/IconLabelDescriptionList"/>
    <dgm:cxn modelId="{206C2035-C27F-4109-8EC1-993B07204BC0}" srcId="{ADF68ED8-FED1-4974-BEEB-5BCC4C834F23}" destId="{74EF9A7C-68AD-4507-9AF9-24063BD676A8}" srcOrd="0" destOrd="0" parTransId="{51395E62-95A2-4E19-879D-6D5088CC4A40}" sibTransId="{058D9C82-47D6-41E9-A67E-C240B383E949}"/>
    <dgm:cxn modelId="{5B94E43E-1F06-4FE2-AE5A-E7D6CFA4B967}" srcId="{CC76599B-68EF-49C3-9022-8DC316F09026}" destId="{A733D3C2-C924-44E6-95DA-8067C57035A2}" srcOrd="0" destOrd="0" parTransId="{23CE3E03-62A5-435F-9F87-8A9BE8E7CC31}" sibTransId="{C6F6EEA9-C863-4517-ABC4-7695EFF33B91}"/>
    <dgm:cxn modelId="{F9FF9867-EA55-4500-AD83-5CC0C9DCC2CA}" srcId="{CC76599B-68EF-49C3-9022-8DC316F09026}" destId="{B2B25D8D-493B-4DAD-B400-0178ED25D265}" srcOrd="2" destOrd="0" parTransId="{CE1B0596-2C77-402B-BB0A-C751671B5D14}" sibTransId="{6D2B35CC-0EEE-401E-A956-99B9CFB3B60A}"/>
    <dgm:cxn modelId="{EA00004B-A310-48E0-8395-5ABBDF4BD555}" type="presOf" srcId="{BCF95684-891B-4B8E-8462-5AB71611A2A0}" destId="{A9AB9A3A-8634-4017-BD4D-C786E6AA6349}" srcOrd="0" destOrd="0" presId="urn:microsoft.com/office/officeart/2018/2/layout/IconLabelDescriptionList"/>
    <dgm:cxn modelId="{D1616581-C79B-4269-AF2C-DC2E3CF70EAF}" srcId="{B2B25D8D-493B-4DAD-B400-0178ED25D265}" destId="{5CBB07CE-A479-47D2-A176-F594881F3661}" srcOrd="0" destOrd="0" parTransId="{BA097839-476F-4D3A-8BBE-37F396811B40}" sibTransId="{2906E342-3455-43D4-AF0C-9CB95F8F6BCE}"/>
    <dgm:cxn modelId="{7AF4868F-8858-450A-966A-5AA81749AF30}" srcId="{A733D3C2-C924-44E6-95DA-8067C57035A2}" destId="{0BFEEB7E-CDC7-4751-8F04-47B6F9328243}" srcOrd="0" destOrd="0" parTransId="{55387335-75EF-4C21-9BE6-A648F5DEF7CC}" sibTransId="{2D4C0B3D-F595-490B-9D87-A81672E85ABB}"/>
    <dgm:cxn modelId="{08887291-D1F9-427C-82C9-DE3ECBC6F896}" type="presOf" srcId="{ADF68ED8-FED1-4974-BEEB-5BCC4C834F23}" destId="{5C77BFEB-5CEA-42D3-B2B6-3021FB740CC4}" srcOrd="0" destOrd="0" presId="urn:microsoft.com/office/officeart/2018/2/layout/IconLabelDescriptionList"/>
    <dgm:cxn modelId="{EE504996-DB63-456E-9AF8-9F0D86E4A5BF}" type="presOf" srcId="{A733D3C2-C924-44E6-95DA-8067C57035A2}" destId="{3F5D1346-4289-4BEE-BE76-5B3A5D4CDE49}" srcOrd="0" destOrd="0" presId="urn:microsoft.com/office/officeart/2018/2/layout/IconLabelDescriptionList"/>
    <dgm:cxn modelId="{550EEAA9-81DB-4961-A9B5-B400A688789D}" srcId="{CC76599B-68EF-49C3-9022-8DC316F09026}" destId="{ADF68ED8-FED1-4974-BEEB-5BCC4C834F23}" srcOrd="4" destOrd="0" parTransId="{A34AA368-1D88-4512-8E05-CD1590BFA010}" sibTransId="{70C36890-3E9F-4336-A6FE-09CD401F13CC}"/>
    <dgm:cxn modelId="{D1EF26B4-C88A-4A1D-B429-6C0170434AEB}" type="presOf" srcId="{0BFEEB7E-CDC7-4751-8F04-47B6F9328243}" destId="{EBFCB6C0-E99A-428B-B49B-ED4AAC8EE1D7}" srcOrd="0" destOrd="0" presId="urn:microsoft.com/office/officeart/2018/2/layout/IconLabelDescriptionList"/>
    <dgm:cxn modelId="{FBD879C2-36EA-4351-AD22-3450B05491BE}" srcId="{2069C5E9-4FCF-4444-9DE7-1D9EAC23F5C6}" destId="{D2F02539-CC75-4CE3-BC86-913F63756D93}" srcOrd="0" destOrd="0" parTransId="{DFE9D33D-4423-4111-AC7C-87E0BED4EE96}" sibTransId="{D3D751F3-F233-4E12-8580-51AD68FED70A}"/>
    <dgm:cxn modelId="{F07E93CE-78AE-407B-BF93-0F7E25F46A1D}" srcId="{6B6C7246-8AD5-44A0-B1BE-30B3E69590B6}" destId="{BCF95684-891B-4B8E-8462-5AB71611A2A0}" srcOrd="0" destOrd="0" parTransId="{6118AE5D-5216-43E1-9725-C303D35401A1}" sibTransId="{8101635E-C447-499C-ADC2-3A84BB717F33}"/>
    <dgm:cxn modelId="{50D8E7D9-003E-42DD-8004-EC5D3AB8EAF3}" type="presOf" srcId="{5CBB07CE-A479-47D2-A176-F594881F3661}" destId="{917639C3-C464-416B-894E-3578691A0EEC}" srcOrd="0" destOrd="0" presId="urn:microsoft.com/office/officeart/2018/2/layout/IconLabelDescriptionList"/>
    <dgm:cxn modelId="{13FA3AE7-8315-47FD-B13D-240472B63F94}" type="presOf" srcId="{D2F02539-CC75-4CE3-BC86-913F63756D93}" destId="{358C46A1-9C8E-411A-818E-8B1958E4428E}" srcOrd="0" destOrd="0" presId="urn:microsoft.com/office/officeart/2018/2/layout/IconLabelDescriptionList"/>
    <dgm:cxn modelId="{0F4110EC-2EF5-44DF-8569-A51418EA6B76}" srcId="{CC76599B-68EF-49C3-9022-8DC316F09026}" destId="{2069C5E9-4FCF-4444-9DE7-1D9EAC23F5C6}" srcOrd="3" destOrd="0" parTransId="{F553C4DF-3737-4A20-B8E6-B6C32940249D}" sibTransId="{870016A9-2D00-47FC-8AFB-8134B90E5213}"/>
    <dgm:cxn modelId="{94A50AF4-2496-4926-B01B-88AD11F918AB}" type="presOf" srcId="{2069C5E9-4FCF-4444-9DE7-1D9EAC23F5C6}" destId="{2369663C-E04B-4D43-83AE-A5D4297DDFDB}" srcOrd="0" destOrd="0" presId="urn:microsoft.com/office/officeart/2018/2/layout/IconLabelDescriptionList"/>
    <dgm:cxn modelId="{F3C8E161-4CD3-429F-A8E5-D84E5EB5242B}" type="presParOf" srcId="{042E78D9-4DEE-4B20-954C-789983C98D78}" destId="{70A082EB-3417-47BC-9790-CBF9B6A39774}" srcOrd="0" destOrd="0" presId="urn:microsoft.com/office/officeart/2018/2/layout/IconLabelDescriptionList"/>
    <dgm:cxn modelId="{D60E21A8-BE50-4EE0-8A95-FC8E2795BA46}" type="presParOf" srcId="{70A082EB-3417-47BC-9790-CBF9B6A39774}" destId="{88AB0483-1C0C-430A-BA5A-049045DF738B}" srcOrd="0" destOrd="0" presId="urn:microsoft.com/office/officeart/2018/2/layout/IconLabelDescriptionList"/>
    <dgm:cxn modelId="{71B21DFA-FE11-492E-94A0-1AA9F00B61E8}" type="presParOf" srcId="{70A082EB-3417-47BC-9790-CBF9B6A39774}" destId="{07C97769-865C-4AC7-AC03-CE5CFAF65DFA}" srcOrd="1" destOrd="0" presId="urn:microsoft.com/office/officeart/2018/2/layout/IconLabelDescriptionList"/>
    <dgm:cxn modelId="{BDD4E771-3F03-48E8-B4FB-0026E9A96294}" type="presParOf" srcId="{70A082EB-3417-47BC-9790-CBF9B6A39774}" destId="{3F5D1346-4289-4BEE-BE76-5B3A5D4CDE49}" srcOrd="2" destOrd="0" presId="urn:microsoft.com/office/officeart/2018/2/layout/IconLabelDescriptionList"/>
    <dgm:cxn modelId="{CFF1FAF8-30D6-4404-92EF-0B8E6E29BF41}" type="presParOf" srcId="{70A082EB-3417-47BC-9790-CBF9B6A39774}" destId="{E3BA78E5-2BE8-4464-9F52-1FF20D00C537}" srcOrd="3" destOrd="0" presId="urn:microsoft.com/office/officeart/2018/2/layout/IconLabelDescriptionList"/>
    <dgm:cxn modelId="{0B601074-0EF1-48AF-B6E2-1780AE18AD53}" type="presParOf" srcId="{70A082EB-3417-47BC-9790-CBF9B6A39774}" destId="{EBFCB6C0-E99A-428B-B49B-ED4AAC8EE1D7}" srcOrd="4" destOrd="0" presId="urn:microsoft.com/office/officeart/2018/2/layout/IconLabelDescriptionList"/>
    <dgm:cxn modelId="{B1F5DFA9-8711-4200-8D49-50EC64264F77}" type="presParOf" srcId="{042E78D9-4DEE-4B20-954C-789983C98D78}" destId="{F63D8BA2-9E5C-4C60-AFC8-74621246DF91}" srcOrd="1" destOrd="0" presId="urn:microsoft.com/office/officeart/2018/2/layout/IconLabelDescriptionList"/>
    <dgm:cxn modelId="{8A55B13B-E129-4300-9C0B-51964E6E5E98}" type="presParOf" srcId="{042E78D9-4DEE-4B20-954C-789983C98D78}" destId="{C0B29204-7C2A-4706-AF08-C693843F2503}" srcOrd="2" destOrd="0" presId="urn:microsoft.com/office/officeart/2018/2/layout/IconLabelDescriptionList"/>
    <dgm:cxn modelId="{085D81A9-C1E1-4DA0-A5AA-5CB5D3862F4A}" type="presParOf" srcId="{C0B29204-7C2A-4706-AF08-C693843F2503}" destId="{850E1B01-81CF-4738-95AC-EF2E1293743F}" srcOrd="0" destOrd="0" presId="urn:microsoft.com/office/officeart/2018/2/layout/IconLabelDescriptionList"/>
    <dgm:cxn modelId="{CEAE75BB-0091-4C67-8AF1-520BC95A47CC}" type="presParOf" srcId="{C0B29204-7C2A-4706-AF08-C693843F2503}" destId="{3E3A666E-F924-45EF-9038-90E887994D09}" srcOrd="1" destOrd="0" presId="urn:microsoft.com/office/officeart/2018/2/layout/IconLabelDescriptionList"/>
    <dgm:cxn modelId="{DC52DA7B-FD18-43FA-A4C7-BDDE66721692}" type="presParOf" srcId="{C0B29204-7C2A-4706-AF08-C693843F2503}" destId="{BD57A974-6911-4544-810D-BE4340A3FE4C}" srcOrd="2" destOrd="0" presId="urn:microsoft.com/office/officeart/2018/2/layout/IconLabelDescriptionList"/>
    <dgm:cxn modelId="{19F6921C-0420-4D63-9067-E33425D73141}" type="presParOf" srcId="{C0B29204-7C2A-4706-AF08-C693843F2503}" destId="{8C594F9A-9302-4FEB-ADA8-605C96782332}" srcOrd="3" destOrd="0" presId="urn:microsoft.com/office/officeart/2018/2/layout/IconLabelDescriptionList"/>
    <dgm:cxn modelId="{1FEBC676-AE8D-4B0E-A963-56EC3F2AFFC8}" type="presParOf" srcId="{C0B29204-7C2A-4706-AF08-C693843F2503}" destId="{A9AB9A3A-8634-4017-BD4D-C786E6AA6349}" srcOrd="4" destOrd="0" presId="urn:microsoft.com/office/officeart/2018/2/layout/IconLabelDescriptionList"/>
    <dgm:cxn modelId="{E7308B58-E088-4C63-8562-4CBF37DD8D9F}" type="presParOf" srcId="{042E78D9-4DEE-4B20-954C-789983C98D78}" destId="{EAA909A2-2B1A-4006-B1D5-58C3913ED12C}" srcOrd="3" destOrd="0" presId="urn:microsoft.com/office/officeart/2018/2/layout/IconLabelDescriptionList"/>
    <dgm:cxn modelId="{6B4382D1-2E6D-49F1-AC76-F3A20A1B1B16}" type="presParOf" srcId="{042E78D9-4DEE-4B20-954C-789983C98D78}" destId="{4AD4F712-4898-4339-9813-DC37033C5386}" srcOrd="4" destOrd="0" presId="urn:microsoft.com/office/officeart/2018/2/layout/IconLabelDescriptionList"/>
    <dgm:cxn modelId="{18E3C8FE-4970-4771-A669-29D5EDA6D9DE}" type="presParOf" srcId="{4AD4F712-4898-4339-9813-DC37033C5386}" destId="{674937D7-1AD8-42C4-A3A8-CFF123AEAB2B}" srcOrd="0" destOrd="0" presId="urn:microsoft.com/office/officeart/2018/2/layout/IconLabelDescriptionList"/>
    <dgm:cxn modelId="{A959DB65-9AE0-49C9-AD3A-481EC14D4D80}" type="presParOf" srcId="{4AD4F712-4898-4339-9813-DC37033C5386}" destId="{1FE8E4CB-7CB7-428F-9090-62D2869264A0}" srcOrd="1" destOrd="0" presId="urn:microsoft.com/office/officeart/2018/2/layout/IconLabelDescriptionList"/>
    <dgm:cxn modelId="{27982567-C888-4EAF-AB92-ABCD54D6EC75}" type="presParOf" srcId="{4AD4F712-4898-4339-9813-DC37033C5386}" destId="{C451BD85-8AFD-4D1B-A5E3-0B4EDBBB31C8}" srcOrd="2" destOrd="0" presId="urn:microsoft.com/office/officeart/2018/2/layout/IconLabelDescriptionList"/>
    <dgm:cxn modelId="{4E69D64F-8767-4240-B467-20FE0E33913F}" type="presParOf" srcId="{4AD4F712-4898-4339-9813-DC37033C5386}" destId="{57FDBB11-12D1-4391-9BAC-1539F320A3AF}" srcOrd="3" destOrd="0" presId="urn:microsoft.com/office/officeart/2018/2/layout/IconLabelDescriptionList"/>
    <dgm:cxn modelId="{A48EFFB5-773F-4EC0-B037-A8EB24EF69F2}" type="presParOf" srcId="{4AD4F712-4898-4339-9813-DC37033C5386}" destId="{917639C3-C464-416B-894E-3578691A0EEC}" srcOrd="4" destOrd="0" presId="urn:microsoft.com/office/officeart/2018/2/layout/IconLabelDescriptionList"/>
    <dgm:cxn modelId="{374C358D-D51B-4A4D-BAD8-1C00C5FBD3A7}" type="presParOf" srcId="{042E78D9-4DEE-4B20-954C-789983C98D78}" destId="{EA37498C-C569-432D-A709-40B7C7521DC3}" srcOrd="5" destOrd="0" presId="urn:microsoft.com/office/officeart/2018/2/layout/IconLabelDescriptionList"/>
    <dgm:cxn modelId="{0CC7B815-E3E8-4D1B-985A-24556A3F5FFC}" type="presParOf" srcId="{042E78D9-4DEE-4B20-954C-789983C98D78}" destId="{F511FDEE-3F3F-42E9-A120-3B9280ECC20E}" srcOrd="6" destOrd="0" presId="urn:microsoft.com/office/officeart/2018/2/layout/IconLabelDescriptionList"/>
    <dgm:cxn modelId="{234459B0-C7B2-46DF-890D-217047AA8826}" type="presParOf" srcId="{F511FDEE-3F3F-42E9-A120-3B9280ECC20E}" destId="{D6886665-B13C-436F-8ABB-147621A6CDFA}" srcOrd="0" destOrd="0" presId="urn:microsoft.com/office/officeart/2018/2/layout/IconLabelDescriptionList"/>
    <dgm:cxn modelId="{7CC74558-29DB-496C-A7E8-095F2D7E62B7}" type="presParOf" srcId="{F511FDEE-3F3F-42E9-A120-3B9280ECC20E}" destId="{3E452736-10D9-4458-BA2F-CB8132F6C2E4}" srcOrd="1" destOrd="0" presId="urn:microsoft.com/office/officeart/2018/2/layout/IconLabelDescriptionList"/>
    <dgm:cxn modelId="{18B2BF23-6EB7-496A-A222-CA14E73D0D42}" type="presParOf" srcId="{F511FDEE-3F3F-42E9-A120-3B9280ECC20E}" destId="{2369663C-E04B-4D43-83AE-A5D4297DDFDB}" srcOrd="2" destOrd="0" presId="urn:microsoft.com/office/officeart/2018/2/layout/IconLabelDescriptionList"/>
    <dgm:cxn modelId="{B9ED1343-AFBC-4AEE-9745-8B98F3B08CEC}" type="presParOf" srcId="{F511FDEE-3F3F-42E9-A120-3B9280ECC20E}" destId="{29F2D573-089B-4D79-BFB4-3BC4B7220824}" srcOrd="3" destOrd="0" presId="urn:microsoft.com/office/officeart/2018/2/layout/IconLabelDescriptionList"/>
    <dgm:cxn modelId="{15681B72-4BA8-45AF-8E07-E42B4188080A}" type="presParOf" srcId="{F511FDEE-3F3F-42E9-A120-3B9280ECC20E}" destId="{358C46A1-9C8E-411A-818E-8B1958E4428E}" srcOrd="4" destOrd="0" presId="urn:microsoft.com/office/officeart/2018/2/layout/IconLabelDescriptionList"/>
    <dgm:cxn modelId="{33EAF84D-1B7D-4F79-AD94-960F1C864A68}" type="presParOf" srcId="{042E78D9-4DEE-4B20-954C-789983C98D78}" destId="{5A7C5668-37FB-4D01-A6DE-D67411435B2D}" srcOrd="7" destOrd="0" presId="urn:microsoft.com/office/officeart/2018/2/layout/IconLabelDescriptionList"/>
    <dgm:cxn modelId="{45EF3E98-066F-48B8-9991-EF6A9E455EF1}" type="presParOf" srcId="{042E78D9-4DEE-4B20-954C-789983C98D78}" destId="{7DD4C609-51E9-4FA6-AC31-B14C7647D7B0}" srcOrd="8" destOrd="0" presId="urn:microsoft.com/office/officeart/2018/2/layout/IconLabelDescriptionList"/>
    <dgm:cxn modelId="{DEE25B2D-BDC0-46F1-AB15-3FCEF02CDA4E}" type="presParOf" srcId="{7DD4C609-51E9-4FA6-AC31-B14C7647D7B0}" destId="{ADE3F108-BD80-481F-BEF1-76431D05EC95}" srcOrd="0" destOrd="0" presId="urn:microsoft.com/office/officeart/2018/2/layout/IconLabelDescriptionList"/>
    <dgm:cxn modelId="{01F99D91-ECE5-4FA0-9381-E2512D72C24D}" type="presParOf" srcId="{7DD4C609-51E9-4FA6-AC31-B14C7647D7B0}" destId="{292111AA-5AF3-41C4-B350-4684A5D0B6DC}" srcOrd="1" destOrd="0" presId="urn:microsoft.com/office/officeart/2018/2/layout/IconLabelDescriptionList"/>
    <dgm:cxn modelId="{BFA8B0EA-393C-48AA-9551-DB2642E259C8}" type="presParOf" srcId="{7DD4C609-51E9-4FA6-AC31-B14C7647D7B0}" destId="{5C77BFEB-5CEA-42D3-B2B6-3021FB740CC4}" srcOrd="2" destOrd="0" presId="urn:microsoft.com/office/officeart/2018/2/layout/IconLabelDescriptionList"/>
    <dgm:cxn modelId="{E1B5DBD7-4D5C-4EDC-94C4-841DB2342AD5}" type="presParOf" srcId="{7DD4C609-51E9-4FA6-AC31-B14C7647D7B0}" destId="{FB306F80-6235-4C65-9D31-0091803F5B56}" srcOrd="3" destOrd="0" presId="urn:microsoft.com/office/officeart/2018/2/layout/IconLabelDescriptionList"/>
    <dgm:cxn modelId="{67BEDE51-1DBC-4573-AB16-C83A200DE6D7}" type="presParOf" srcId="{7DD4C609-51E9-4FA6-AC31-B14C7647D7B0}" destId="{39A94847-5D5A-4D9B-9D80-87F6EC00309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AB0483-1C0C-430A-BA5A-049045DF738B}">
      <dsp:nvSpPr>
        <dsp:cNvPr id="0" name=""/>
        <dsp:cNvSpPr/>
      </dsp:nvSpPr>
      <dsp:spPr>
        <a:xfrm>
          <a:off x="747" y="1060099"/>
          <a:ext cx="635660" cy="6356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5D1346-4289-4BEE-BE76-5B3A5D4CDE49}">
      <dsp:nvSpPr>
        <dsp:cNvPr id="0" name=""/>
        <dsp:cNvSpPr/>
      </dsp:nvSpPr>
      <dsp:spPr>
        <a:xfrm>
          <a:off x="747" y="1779137"/>
          <a:ext cx="1816171" cy="568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Why use Python? </a:t>
          </a:r>
        </a:p>
      </dsp:txBody>
      <dsp:txXfrm>
        <a:off x="747" y="1779137"/>
        <a:ext cx="1816171" cy="568662"/>
      </dsp:txXfrm>
    </dsp:sp>
    <dsp:sp modelId="{EBFCB6C0-E99A-428B-B49B-ED4AAC8EE1D7}">
      <dsp:nvSpPr>
        <dsp:cNvPr id="0" name=""/>
        <dsp:cNvSpPr/>
      </dsp:nvSpPr>
      <dsp:spPr>
        <a:xfrm>
          <a:off x="747" y="2386580"/>
          <a:ext cx="1816171" cy="61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Most used language for simulations</a:t>
          </a:r>
        </a:p>
      </dsp:txBody>
      <dsp:txXfrm>
        <a:off x="747" y="2386580"/>
        <a:ext cx="1816171" cy="612557"/>
      </dsp:txXfrm>
    </dsp:sp>
    <dsp:sp modelId="{850E1B01-81CF-4738-95AC-EF2E1293743F}">
      <dsp:nvSpPr>
        <dsp:cNvPr id="0" name=""/>
        <dsp:cNvSpPr/>
      </dsp:nvSpPr>
      <dsp:spPr>
        <a:xfrm>
          <a:off x="2134749" y="1060099"/>
          <a:ext cx="635660" cy="6356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57A974-6911-4544-810D-BE4340A3FE4C}">
      <dsp:nvSpPr>
        <dsp:cNvPr id="0" name=""/>
        <dsp:cNvSpPr/>
      </dsp:nvSpPr>
      <dsp:spPr>
        <a:xfrm>
          <a:off x="2134749" y="1779137"/>
          <a:ext cx="1816171" cy="568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Why a Discreate Event Driven simulation? </a:t>
          </a:r>
        </a:p>
      </dsp:txBody>
      <dsp:txXfrm>
        <a:off x="2134749" y="1779137"/>
        <a:ext cx="1816171" cy="568662"/>
      </dsp:txXfrm>
    </dsp:sp>
    <dsp:sp modelId="{A9AB9A3A-8634-4017-BD4D-C786E6AA6349}">
      <dsp:nvSpPr>
        <dsp:cNvPr id="0" name=""/>
        <dsp:cNvSpPr/>
      </dsp:nvSpPr>
      <dsp:spPr>
        <a:xfrm>
          <a:off x="2134749" y="2386580"/>
          <a:ext cx="1816171" cy="61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 wanted to capture more random behaviors that are seen in the real world.</a:t>
          </a:r>
        </a:p>
      </dsp:txBody>
      <dsp:txXfrm>
        <a:off x="2134749" y="2386580"/>
        <a:ext cx="1816171" cy="612557"/>
      </dsp:txXfrm>
    </dsp:sp>
    <dsp:sp modelId="{674937D7-1AD8-42C4-A3A8-CFF123AEAB2B}">
      <dsp:nvSpPr>
        <dsp:cNvPr id="0" name=""/>
        <dsp:cNvSpPr/>
      </dsp:nvSpPr>
      <dsp:spPr>
        <a:xfrm>
          <a:off x="4268751" y="1060099"/>
          <a:ext cx="635660" cy="6356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51BD85-8AFD-4D1B-A5E3-0B4EDBBB31C8}">
      <dsp:nvSpPr>
        <dsp:cNvPr id="0" name=""/>
        <dsp:cNvSpPr/>
      </dsp:nvSpPr>
      <dsp:spPr>
        <a:xfrm>
          <a:off x="4268751" y="1779137"/>
          <a:ext cx="1816171" cy="568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Why a 2d environment?</a:t>
          </a:r>
        </a:p>
      </dsp:txBody>
      <dsp:txXfrm>
        <a:off x="4268751" y="1779137"/>
        <a:ext cx="1816171" cy="568662"/>
      </dsp:txXfrm>
    </dsp:sp>
    <dsp:sp modelId="{917639C3-C464-416B-894E-3578691A0EEC}">
      <dsp:nvSpPr>
        <dsp:cNvPr id="0" name=""/>
        <dsp:cNvSpPr/>
      </dsp:nvSpPr>
      <dsp:spPr>
        <a:xfrm>
          <a:off x="4268751" y="2386580"/>
          <a:ext cx="1816171" cy="61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Due to time constraints, I limited the scope of this project.</a:t>
          </a:r>
        </a:p>
      </dsp:txBody>
      <dsp:txXfrm>
        <a:off x="4268751" y="2386580"/>
        <a:ext cx="1816171" cy="612557"/>
      </dsp:txXfrm>
    </dsp:sp>
    <dsp:sp modelId="{D6886665-B13C-436F-8ABB-147621A6CDFA}">
      <dsp:nvSpPr>
        <dsp:cNvPr id="0" name=""/>
        <dsp:cNvSpPr/>
      </dsp:nvSpPr>
      <dsp:spPr>
        <a:xfrm>
          <a:off x="6402753" y="1060099"/>
          <a:ext cx="635660" cy="6356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9663C-E04B-4D43-83AE-A5D4297DDFDB}">
      <dsp:nvSpPr>
        <dsp:cNvPr id="0" name=""/>
        <dsp:cNvSpPr/>
      </dsp:nvSpPr>
      <dsp:spPr>
        <a:xfrm>
          <a:off x="6402753" y="1779137"/>
          <a:ext cx="1816171" cy="568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Why statically weight path finding?</a:t>
          </a:r>
        </a:p>
      </dsp:txBody>
      <dsp:txXfrm>
        <a:off x="6402753" y="1779137"/>
        <a:ext cx="1816171" cy="568662"/>
      </dsp:txXfrm>
    </dsp:sp>
    <dsp:sp modelId="{358C46A1-9C8E-411A-818E-8B1958E4428E}">
      <dsp:nvSpPr>
        <dsp:cNvPr id="0" name=""/>
        <dsp:cNvSpPr/>
      </dsp:nvSpPr>
      <dsp:spPr>
        <a:xfrm>
          <a:off x="6402753" y="2386580"/>
          <a:ext cx="1816171" cy="61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It has built in randomness that helps simulate real decision making in animals.</a:t>
          </a:r>
        </a:p>
      </dsp:txBody>
      <dsp:txXfrm>
        <a:off x="6402753" y="2386580"/>
        <a:ext cx="1816171" cy="612557"/>
      </dsp:txXfrm>
    </dsp:sp>
    <dsp:sp modelId="{ADE3F108-BD80-481F-BEF1-76431D05EC95}">
      <dsp:nvSpPr>
        <dsp:cNvPr id="0" name=""/>
        <dsp:cNvSpPr/>
      </dsp:nvSpPr>
      <dsp:spPr>
        <a:xfrm>
          <a:off x="8536755" y="1060099"/>
          <a:ext cx="635660" cy="6356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77BFEB-5CEA-42D3-B2B6-3021FB740CC4}">
      <dsp:nvSpPr>
        <dsp:cNvPr id="0" name=""/>
        <dsp:cNvSpPr/>
      </dsp:nvSpPr>
      <dsp:spPr>
        <a:xfrm>
          <a:off x="8536755" y="1779137"/>
          <a:ext cx="1816171" cy="568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Why Evolutionary Game theory for analysis?</a:t>
          </a:r>
        </a:p>
      </dsp:txBody>
      <dsp:txXfrm>
        <a:off x="8536755" y="1779137"/>
        <a:ext cx="1816171" cy="568662"/>
      </dsp:txXfrm>
    </dsp:sp>
    <dsp:sp modelId="{39A94847-5D5A-4D9B-9D80-87F6EC00309E}">
      <dsp:nvSpPr>
        <dsp:cNvPr id="0" name=""/>
        <dsp:cNvSpPr/>
      </dsp:nvSpPr>
      <dsp:spPr>
        <a:xfrm>
          <a:off x="8536755" y="2386580"/>
          <a:ext cx="1816171" cy="61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simulation was inspired by game theory games and falls under the branch of evolutionary game theory.</a:t>
          </a:r>
        </a:p>
      </dsp:txBody>
      <dsp:txXfrm>
        <a:off x="8536755" y="2386580"/>
        <a:ext cx="1816171" cy="6125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13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51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0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01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3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2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14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7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71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53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394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2948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877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6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89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56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2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858D1E8-0FC7-4EFC-871B-71803F17D665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136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C7CD-BA22-9D8D-F2AC-39BA73D12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548139"/>
            <a:ext cx="9440034" cy="300081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Simulation of Predatory Evolution Using Evolutionary Game Theory and Statistically Weighted Path Finding.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C8A69-0D52-AB6C-29F8-A9E389B703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548948"/>
            <a:ext cx="9440034" cy="1049867"/>
          </a:xfrm>
        </p:spPr>
        <p:txBody>
          <a:bodyPr/>
          <a:lstStyle/>
          <a:p>
            <a:r>
              <a:rPr lang="en-US" dirty="0"/>
              <a:t>Bryce Camuso</a:t>
            </a:r>
          </a:p>
        </p:txBody>
      </p:sp>
    </p:spTree>
    <p:extLst>
      <p:ext uri="{BB962C8B-B14F-4D97-AF65-F5344CB8AC3E}">
        <p14:creationId xmlns:p14="http://schemas.microsoft.com/office/powerpoint/2010/main" val="169657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DA097-6B4B-208A-A774-3BCF6A9EB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978072" cy="970450"/>
          </a:xfrm>
        </p:spPr>
        <p:txBody>
          <a:bodyPr>
            <a:normAutofit/>
          </a:bodyPr>
          <a:lstStyle/>
          <a:p>
            <a:r>
              <a:rPr lang="en-US" dirty="0"/>
              <a:t>Important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8CB88-0C83-CDA5-65FD-72FF4048C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28801"/>
            <a:ext cx="5978072" cy="3866048"/>
          </a:xfrm>
        </p:spPr>
        <p:txBody>
          <a:bodyPr anchor="ctr">
            <a:normAutofit fontScale="85000" lnSpcReduction="10000"/>
          </a:bodyPr>
          <a:lstStyle/>
          <a:p>
            <a:pPr>
              <a:lnSpc>
                <a:spcPct val="160000"/>
              </a:lnSpc>
              <a:buClr>
                <a:srgbClr val="FC8E03"/>
              </a:buClr>
            </a:pPr>
            <a:r>
              <a:rPr lang="en-US" sz="1700" b="1" dirty="0"/>
              <a:t>Predatory Evolution</a:t>
            </a:r>
            <a:r>
              <a:rPr lang="en-US" sz="1700" dirty="0"/>
              <a:t>: How predators evolve to counter prey strategies.</a:t>
            </a:r>
          </a:p>
          <a:p>
            <a:pPr>
              <a:lnSpc>
                <a:spcPct val="160000"/>
              </a:lnSpc>
              <a:buClr>
                <a:srgbClr val="FC8E03"/>
              </a:buClr>
            </a:pPr>
            <a:r>
              <a:rPr lang="en-US" sz="1700" b="1" dirty="0"/>
              <a:t>Evolutionary Game Theory</a:t>
            </a:r>
            <a:r>
              <a:rPr lang="en-US" sz="1700" dirty="0"/>
              <a:t>: The branch of game theory that looks at games that are played readily to study how strategies change and learn.</a:t>
            </a:r>
          </a:p>
          <a:p>
            <a:pPr>
              <a:lnSpc>
                <a:spcPct val="160000"/>
              </a:lnSpc>
              <a:buClr>
                <a:srgbClr val="FC8E03"/>
              </a:buClr>
            </a:pPr>
            <a:r>
              <a:rPr lang="en-US" sz="1700" b="1" dirty="0"/>
              <a:t>Statistically Weighted Path Finding</a:t>
            </a:r>
            <a:r>
              <a:rPr lang="en-US" sz="1700" dirty="0"/>
              <a:t>: A way to calculate the weight of a tile using multiple factors/criteria summed together.</a:t>
            </a:r>
          </a:p>
          <a:p>
            <a:pPr>
              <a:lnSpc>
                <a:spcPct val="160000"/>
              </a:lnSpc>
              <a:buClr>
                <a:srgbClr val="FC8E03"/>
              </a:buClr>
            </a:pPr>
            <a:r>
              <a:rPr lang="en-US" sz="1700" b="1" dirty="0"/>
              <a:t>Predator/Prey Dynamics</a:t>
            </a:r>
            <a:r>
              <a:rPr lang="en-US" sz="1700" dirty="0"/>
              <a:t>: The branch of evolutionary study that looks at interactions between predators and prey.</a:t>
            </a:r>
          </a:p>
          <a:p>
            <a:pPr>
              <a:lnSpc>
                <a:spcPct val="160000"/>
              </a:lnSpc>
              <a:buClr>
                <a:srgbClr val="FC8E03"/>
              </a:buClr>
            </a:pPr>
            <a:r>
              <a:rPr lang="en-US" sz="1700" b="1" dirty="0"/>
              <a:t>Coevolution</a:t>
            </a:r>
            <a:r>
              <a:rPr lang="en-US" sz="1700" dirty="0"/>
              <a:t>: How the two species evolve and effect each others evolution.</a:t>
            </a:r>
          </a:p>
          <a:p>
            <a:pPr>
              <a:lnSpc>
                <a:spcPct val="90000"/>
              </a:lnSpc>
              <a:buClr>
                <a:srgbClr val="FC8E03"/>
              </a:buClr>
            </a:pPr>
            <a:endParaRPr lang="en-US" sz="1700" dirty="0"/>
          </a:p>
        </p:txBody>
      </p:sp>
      <p:pic>
        <p:nvPicPr>
          <p:cNvPr id="5" name="Picture 4" descr="Shadows of bull fighting a bear">
            <a:extLst>
              <a:ext uri="{FF2B5EF4-FFF2-40B4-BE49-F238E27FC236}">
                <a16:creationId xmlns:a16="http://schemas.microsoft.com/office/drawing/2014/main" id="{1AD9A3AF-E82F-A3DA-249E-7F6E42778E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348" r="25154" b="-1"/>
          <a:stretch>
            <a:fillRect/>
          </a:stretch>
        </p:blipFill>
        <p:spPr>
          <a:xfrm>
            <a:off x="7620351" y="10"/>
            <a:ext cx="4571649" cy="68579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BE7827-5B1A-4F37-BF70-19F7C5C6B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384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E5393-2005-058C-3969-B3DA79E01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978072" cy="1329596"/>
          </a:xfrm>
        </p:spPr>
        <p:txBody>
          <a:bodyPr>
            <a:normAutofit/>
          </a:bodyPr>
          <a:lstStyle/>
          <a:p>
            <a:r>
              <a:rPr lang="en-US"/>
              <a:t>Basics of the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EB777-2841-8A74-D26B-D10745D96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127623"/>
            <a:ext cx="5978072" cy="35672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Designed using Discrete Event Driven Simulation principles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Built using Python 3.14.4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Representing the map as a 2d array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Map contains 3 tile types of a plain, bush, and tree tile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Built on Python Class inheritance 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Simulation is split into 4 phases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Simulation contains 3 different prey items (rabbit, mouse, and bird)</a:t>
            </a:r>
          </a:p>
          <a:p>
            <a:pPr>
              <a:lnSpc>
                <a:spcPct val="90000"/>
              </a:lnSpc>
            </a:pPr>
            <a:endParaRPr lang="en-US" sz="1700" dirty="0"/>
          </a:p>
          <a:p>
            <a:pPr>
              <a:lnSpc>
                <a:spcPct val="90000"/>
              </a:lnSpc>
            </a:pPr>
            <a:endParaRPr lang="en-US" sz="1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EE9CAC-347C-43C2-AE87-6BC5566E6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232905" y="1"/>
            <a:ext cx="4959095" cy="6858000"/>
          </a:xfrm>
          <a:prstGeom prst="rect">
            <a:avLst/>
          </a:prstGeom>
        </p:spPr>
      </p:pic>
      <p:pic>
        <p:nvPicPr>
          <p:cNvPr id="7" name="Graphic 6" descr="Flowchart">
            <a:extLst>
              <a:ext uri="{FF2B5EF4-FFF2-40B4-BE49-F238E27FC236}">
                <a16:creationId xmlns:a16="http://schemas.microsoft.com/office/drawing/2014/main" id="{F6C5CD79-4DA5-D0DF-A480-E6A5A3320C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2945" y="1197355"/>
            <a:ext cx="3995592" cy="399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436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AAFAB-EC74-1ECC-F5D3-FA2FF16A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of the Project (Continued)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9C5FFE-28B8-4AE3-765E-E6A05632C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257" y="1575892"/>
            <a:ext cx="9447487" cy="511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68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914D7-E690-66F8-08D2-23F6AB2FA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305" y="2153264"/>
            <a:ext cx="3078749" cy="1599715"/>
          </a:xfrm>
        </p:spPr>
        <p:txBody>
          <a:bodyPr anchor="b">
            <a:noAutofit/>
          </a:bodyPr>
          <a:lstStyle/>
          <a:p>
            <a:r>
              <a:rPr lang="en-US" sz="54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Current Progress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F2C597-BE4F-928D-DADA-5DEEDA484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259" y="673652"/>
            <a:ext cx="8285536" cy="569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994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B91C-FEC3-56E8-9986-3EFD57AC1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Design Rationality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9F9663-18A7-DAE5-F38C-A697C9B73F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718578"/>
              </p:ext>
            </p:extLst>
          </p:nvPr>
        </p:nvGraphicFramePr>
        <p:xfrm>
          <a:off x="914400" y="1731963"/>
          <a:ext cx="10353675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68880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C0B3-D667-D5A9-C2E1-612B609FD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337" y="2128836"/>
            <a:ext cx="3475326" cy="2600328"/>
          </a:xfrm>
        </p:spPr>
        <p:txBody>
          <a:bodyPr>
            <a:normAutofit/>
          </a:bodyPr>
          <a:lstStyle/>
          <a:p>
            <a:r>
              <a:rPr lang="en-US" sz="80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12600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250</TotalTime>
  <Words>275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Calisto MT</vt:lpstr>
      <vt:lpstr>Wingdings 2</vt:lpstr>
      <vt:lpstr>Slate</vt:lpstr>
      <vt:lpstr>Simulation of Predatory Evolution Using Evolutionary Game Theory and Statistically Weighted Path Finding.</vt:lpstr>
      <vt:lpstr>Important Terms</vt:lpstr>
      <vt:lpstr>Basics of the Project</vt:lpstr>
      <vt:lpstr>Basics of the Project (Continued)</vt:lpstr>
      <vt:lpstr>Current Progress</vt:lpstr>
      <vt:lpstr>Design Rationality 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Camuso</dc:creator>
  <cp:lastModifiedBy>Mark Camuso</cp:lastModifiedBy>
  <cp:revision>57</cp:revision>
  <dcterms:created xsi:type="dcterms:W3CDTF">2026-07-16T13:23:27Z</dcterms:created>
  <dcterms:modified xsi:type="dcterms:W3CDTF">2026-07-16T17:34:26Z</dcterms:modified>
</cp:coreProperties>
</file>